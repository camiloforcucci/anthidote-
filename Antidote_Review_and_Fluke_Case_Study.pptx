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74520"/>
            <a:ext cx="960120" cy="12801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Antidote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66928" y="312724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C9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Profitability review and Fluke case study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C7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Small, certain, fast.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46177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9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 sales   ·   $12,169 in   ·   $4,120 profit   ·   funded out of pocket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Camilo   ·   Antidote LLC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Buy fewer units. Buy bigger ones.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one: profitability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155680" y="4023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64240" cy="65836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$1,000 meter earns the same 40% as a $200 meter and sells just as fast. Hours limit this business. Money does not.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286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28895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profit came from meters I bought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92424" y="2286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41.8%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92424" y="28895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return on money I put into Fluke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0" y="2286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1.9 days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28895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buying a Fluke to selling it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043416" y="2286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74%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043416" y="28895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my profit is Fluke alone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3611880"/>
            <a:ext cx="11064240" cy="18288"/>
          </a:xfrm>
          <a:prstGeom prst="rect">
            <a:avLst/>
          </a:prstGeom>
          <a:solidFill>
            <a:srgbClr val="DCDCD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840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 found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" y="4187952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 finds made 60% of my summer profit. They make 20% now.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return holds near 40% from a $110 meter to a $1,000 one.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look up the price before I buy. Meters sell in two days.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3840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 should 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4187952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Put the money into Fluke.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Raise what I pay per meter. Same hours, bigger sale.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every meter before paying above a ceiling.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64465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Figures recomputed from my own records. Unsold meters count as inventory at cost, not losses.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product line makes three quarters of the profit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the money comes from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155680" y="4023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 finds carried the summer. A jacket, a weight set, old phones. They cost nothing, so all of it was profit.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make 20% now. Fluke is $3,056 of the $4,120 I have made, across nineteen sales.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is the business. Everything else is noise.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840480"/>
            <a:ext cx="4480560" cy="192024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that margin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4297680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blended margin fell from 48% to 34%. Free items cost nothing, so they book at 100% and flatter the average. As the bought side grew, they stopped carrying it. Margin on what I buy held near 30%.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94960" y="13716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Profit by how I got the item</a:t>
            </a:r>
            <a:endParaRPr lang="en-US" sz="1250" dirty="0"/>
          </a:p>
        </p:txBody>
      </p:sp>
      <p:pic>
        <p:nvPicPr>
          <p:cNvPr id="10" name="Image 0" descr="/mnt/user-data/outputs/c_bought_vs_f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645920"/>
            <a:ext cx="6217920" cy="1444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94960" y="32461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Profit by product line</a:t>
            </a:r>
            <a:endParaRPr lang="en-US" sz="1250" dirty="0"/>
          </a:p>
        </p:txBody>
      </p:sp>
      <p:pic>
        <p:nvPicPr>
          <p:cNvPr id="12" name="Image 1" descr="/mnt/user-data/outputs/c_profit_by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3520440"/>
            <a:ext cx="6217920" cy="2734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" y="64465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 sold units. Free finds cost me nothing to acquire. Percentages are of profit, not sales.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$1,000 meter earns the same rate as a $200 one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Does this break if it gets bigger?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155680" y="4023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pic>
        <p:nvPicPr>
          <p:cNvPr id="5" name="Image 0" descr="/mnt/user-data/outputs/c_ticket_b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6858000" cy="24323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26680" y="1325880"/>
            <a:ext cx="39136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sorted all nineteen Fluke sales by what I paid.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return barely moves: 38%, then 44%, then 40%. Hold time sits near two days in every group.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Profit per sale moves a lot. $72, then $167, then $349.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sale costs me the same search.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4023360"/>
            <a:ext cx="6858000" cy="187452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settles the strategy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4805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 a $1,000 meter takes no longer than finding a $200 one. My ceiling is hours, not cash: at a two-day hold I only need enough money for one meter at a time. When every sale costs the same search, raise the price of the meter.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26680" y="4023360"/>
            <a:ext cx="3913632" cy="187452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1" name="Text 8"/>
          <p:cNvSpPr/>
          <p:nvPr/>
        </p:nvSpPr>
        <p:spPr>
          <a:xfrm>
            <a:off x="7909560" y="4160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Against the research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09560" y="4462272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9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 on AI-run retail arbitrage warns those margins may be </a:t>
            </a:r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“not sustainable when the scale… is significantly increased”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9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(Tanlamai et al., 2024). Mine held across a 10x range. Their model buys and sells in one market, so rivals close the gap. I buy on Marketplace and sell on eBay.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66928" y="64465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Groups: 7 sales under $250, 9 between $250 and $500, 3 above $500. The top group is thin. Treat 40% there as a direction.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Cash that comes back in two days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Speed, and the one buy that did not have it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155680" y="4023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Retail research finds that </a:t>
            </a:r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“inventory turnover is negatively correlated with demand uncertainty”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(Hançerlioğulları et al., 2016). Stock sits when you cannot tell what it is worth. That research also describes a trade most sellers accept: higher margin costs you speed.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Fluke pays me both. My highest margin at 29.5%, my fastest sale at 1.9 days. I do not guess what an 87V goes for. I look it up, then buy under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794760"/>
            <a:ext cx="4663440" cy="214884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3931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one that did not 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425196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guitar. I paid $400 and made $60. The 15% is not the problem. It held my cash 30 days while everything else turned in three.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never lost a dollar. The dollars could not move. That $400 in a Fluke pays about $167 and comes back in two days.</a:t>
            </a:r>
            <a:endParaRPr lang="en-US" sz="1250" dirty="0"/>
          </a:p>
        </p:txBody>
      </p:sp>
      <p:pic>
        <p:nvPicPr>
          <p:cNvPr id="9" name="Image 0" descr="/mnt/user-data/outputs/c_capital_vs_pro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371600"/>
            <a:ext cx="5989320" cy="3749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23560" y="5230368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Meters that fit the rules cluster tight and come back fast. The guitar sits alone: the most cash I ever committed, near the least I ever made.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64465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Hold time recorded per sale, buy to sale, in days. Free finds excluded from returns so zero-cost items do not inflate them.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Raise the ticket. Keep the rules.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C7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one: what I am going to do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C7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Put the money into Fluke.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D8D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74% of profit, a 41.8% return, nineteen sales behind it.
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C7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Raise what I pay per meter.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D8D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return holds to $1,000. Profit per sale does not.
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C7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Test before paying above a ceiling.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D8D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dead $1,000 meter is a real loss. The guitar was only slow.
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C7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Skip anything large, slow, or optional.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D8D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Those buys break the speed this runs on.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I keep finding three meters a month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74520"/>
          <a:ext cx="5212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1920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 pay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Cash needed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Profit a month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2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$250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$750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about $313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$500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$1,500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about $627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$800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$2,400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about $1,003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3383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C7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hours. Same two days. A bigger meter.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3886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could go wrong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0" y="420624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A8A8A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have not tracked my search hours, so the table rests on my own estimate.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A8A8A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three sales sit above $500. That 40% needs more meters behind it.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A8A8A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of this runs through one brand and one place to buy. If Marketplace dries up or used Fluke prices fall, most of my profit goes with it.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C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55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two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2788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Fluke case study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Should I put more hours and more money into one product line?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Fluke sells trust. I resell it.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company's strategy, and my use of it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155680" y="4023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multimeter is safety equipment. Read a live wire as dead and someone gets hurt. Fluke built its position on that fact: compete on trust and longevity, never on price. A deliberate strategy, not an accident of engineering.
</a:t>
            </a:r>
            <a:pPr indent="0" marL="0">
              <a:lnSpc>
                <a:spcPct val="122000"/>
              </a:lnSpc>
              <a:buNone/>
            </a:pPr>
            <a:r>
              <a:rPr lang="en-US" sz="1400" i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“Budget meters often fail within 2-5 years”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(Revine, 2025). A Fluke runs fifteen to twenty-five, and </a:t>
            </a:r>
            <a:pPr indent="0" marL="0">
              <a:lnSpc>
                <a:spcPct val="122000"/>
              </a:lnSpc>
              <a:buNone/>
            </a:pPr>
            <a:r>
              <a:rPr lang="en-US" sz="1400" i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“many electricians are still using Fluke meters from the 1990s”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(SparkShift, 2026).
</a:t>
            </a:r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product built to refuse to wear out is why a ten-year-old unit still sells for real money. Their strategy is my margin: in the used market, a Fluke competes only with other Flukes.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4663440"/>
            <a:ext cx="5943600" cy="118872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773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 would push back on myself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5047488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Fluke is not a monopoly. Klein sells credible meters at lower prices and many electricians carry both. Fluke owns the premium and industrial end, which is the end that holds its value.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12280" y="1371600"/>
            <a:ext cx="4828032" cy="448056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15361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this means for 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40880" y="1901952"/>
            <a:ext cx="4389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C9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buyer cannot test a used meter before it ships. The Fluke name does the testing for him.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C9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 I buy from a Marketplace seller who wants it gone, and sell to an electrician who needs a meter he can trust on Monday.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other meter brand carries trust across a resale. That is the entire niche.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465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 are trade and buyer guides, not peer-reviewed work. Directional, and consistent with what I see in my own sale prices.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Demand is not what limits me. I am 1% of it.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big is this market?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155680" y="4023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500" dirty="0"/>
          </a:p>
        </p:txBody>
      </p:sp>
      <p:pic>
        <p:nvPicPr>
          <p:cNvPr id="5" name="Image 0" descr="/mnt/user-data/outputs/c_fluke_dem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6583680" cy="2798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3434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Recent sold listings on eBay, five models I actually trade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52360" y="1463040"/>
            <a:ext cx="41879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Those five models cleared 1,389 recent sales on eBay. I have sold nineteen Fluke units in total, across more models than these five.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 if every one of my sales landed inside that same window, I would be 1.4% of it.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could sell ten times what I sell today and still not press against this market.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52360" y="4114800"/>
            <a:ext cx="4187952" cy="173736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4224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this carefully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35240" y="4498848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eBay reports these as recently ended, not as a fixed window, so 1,389 is a floor on demand and 1.4% is a ceiling on my share. Both point the same way: buyers are not my problem.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64465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Counts pulled from eBay sold listings for the 87V, 117, 789, 1507 and 773. My own sales span more models than these five.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hours are what limit me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 what would more hours buy?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155680" y="4023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hrs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week searching Marketplace today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315968" y="1417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meter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315968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found every one to two weeks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65008" y="1417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hrs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065008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most I would realistically spend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283464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pass on listings I can see, because I run out of time before I run out of meters. That makes this a time problem, not a money problem or a demand problem.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Going from three hours to five is a 1.7x increase. If finding meters scales with looking for them, that is roughly five meters a month instead of three.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4709160"/>
            <a:ext cx="5760720" cy="118872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8188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assumption doing the 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" y="50932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1C1C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hours means proportionally more meters. I have not tested that. If good listings are rarer than my time is short, the fifth hour finds less than the first.</a:t>
            </a:r>
            <a:endParaRPr lang="en-US" sz="1200" dirty="0"/>
          </a:p>
        </p:txBody>
      </p:sp>
      <p:pic>
        <p:nvPicPr>
          <p:cNvPr id="15" name="Image 0" descr="/mnt/user-data/outputs/c_scale_lev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2651760"/>
            <a:ext cx="5010912" cy="211226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629400" y="4864608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levers: hours and ticket. Both together beat either alone.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" y="64465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 hours and find rate are my own estimates. Nothing in the tracker measures them yet, which is the first thing I would fix.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 to five hours. Buy bigger meters.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C7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two: the call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5943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C7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 it.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D8D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Demand is 1,389 recent sales and I am 1.4% of it. The return holds at 40% to $1,000 a unit. Nothing about this niche is close to full.
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C7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levers, not one.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D8D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hours a week at a $600 average ticket takes me from about $482 a month to about $1,253. Hours alone get $804. Ticket alone gets $752.
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C7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Fund it with $3,000.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D8D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meters a month at $600. At a two-day hold the cash turns over fast enough that I never hold all five at once.
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C7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the hours starting now.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number above rests on a find rate I have never measured.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Profit a month, at a 41.8% return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828800"/>
          <a:ext cx="4754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Hours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Ticket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Profit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2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 hrs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$385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$482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 hrs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$385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$804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 hrs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$600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8D8D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$752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C72C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 hrs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C72C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$600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C72C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$1,253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0" y="3931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kills this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0" y="425196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A8A8A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dead meter. Condition risk scales with the ticket, so the test rule matters more at $1,000 than it did at $200.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A8A8A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Other resellers finding the same gap on Marketplace.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A8A8A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own time. Five hours is a ceiling I set in a summer, not a semester.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63093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6E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Sources: Hançerlioğulları, Şen &amp; Ağca Aktunç (2016), Int. J. Physical Distribution &amp; Logistics Management.  ·  Tanlamai, Khern-am-nuai &amp; Adulyasak (2024), AI &amp; Society.  ·  Revine (2025).  ·  SparkShift (2026).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2026-07-15T04:34:46Z</dcterms:created>
  <dcterms:modified xsi:type="dcterms:W3CDTF">2026-07-15T04:34:46Z</dcterms:modified>
</cp:coreProperties>
</file>