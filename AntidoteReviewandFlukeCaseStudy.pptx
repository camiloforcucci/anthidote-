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97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192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68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783080"/>
            <a:ext cx="960120" cy="128016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Antidote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66928" y="3017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3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  ·  Fluke case study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certain, fast.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sales   ·   $12,169 in   ·   $4,120 profit   ·   self-funded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Forcucci   ·   Antidote LLC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109728"/>
            <a:ext cx="1064622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37160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38528" y="1170432"/>
            <a:ext cx="3154680" cy="84124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38528" y="1170432"/>
            <a:ext cx="64008" cy="84124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12435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finds made 60% of summer profit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20% now.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170432"/>
            <a:ext cx="3154680" cy="84124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1170432"/>
            <a:ext cx="64008" cy="84124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22392" y="12435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hold near 40%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22392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$110 meter to a $1,000 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2" y="1170432"/>
            <a:ext cx="3154680" cy="84124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77072" y="1170432"/>
            <a:ext cx="64008" cy="84124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41664" y="12435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known before I buy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41664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sell in two days.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" y="2414941"/>
            <a:ext cx="137160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938528" y="2409444"/>
            <a:ext cx="315468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66544" y="2367426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560320" y="259376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money into Fluke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0" y="28895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profit already.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57800" y="2414941"/>
            <a:ext cx="315468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86250" y="237599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879592" y="2593031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ticket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79592" y="28803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hours, bigger sale.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77072" y="2414941"/>
            <a:ext cx="315468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741664" y="2395919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98864" y="25877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higher workload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98864" y="2917127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scales with price.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2628" y="3659831"/>
            <a:ext cx="1371600" cy="731520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938528" y="3665302"/>
            <a:ext cx="9793224" cy="73152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67128" y="3665302"/>
            <a:ext cx="9336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$1,000 meter earns the same 40% as a $200 meter and sells just as fast. Hours limit this business, money does not.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199" y="4773168"/>
            <a:ext cx="1371600" cy="12984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938528" y="4768596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066544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066544" y="543610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profit from deliberate buys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98264" y="4765113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53712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526280" y="5445252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Fluke capital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44066" y="4773168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40880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days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027164" y="5399532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hold, buy to sale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372600" y="4763806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528048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9528048" y="5399532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profit is Fluke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line makes three quarters of the profit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344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finds carried the summer. Now they are 20%.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is $3,056 of the $4,120 made, across nineteen sales.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business.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3657600"/>
            <a:ext cx="4434840" cy="214884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4434840" cy="29260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365760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that margin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4944" y="4041648"/>
            <a:ext cx="417880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margin fell 48% to 34%. Free items book at 100% and flattered the average. Margin on bought inventory held near 30%.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49240" y="118872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how I got the item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49240" y="1444752"/>
            <a:ext cx="635508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/mnt/user-data/outputs/c_bought_vs_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36192"/>
            <a:ext cx="6355080" cy="1472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49240" y="3218688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product line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349240" y="3474720"/>
            <a:ext cx="635508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mnt/user-data/outputs/c_profit_by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566160"/>
            <a:ext cx="5760720" cy="25328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857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$1,000 meter earns the same rate as a $200 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15214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by ticket size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1408176"/>
            <a:ext cx="676656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user-data/outputs/c_ticket_b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668776"/>
            <a:ext cx="6766560" cy="2583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90403" y="4346557"/>
            <a:ext cx="4743994" cy="286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sales under $250  ·  9 between $250 and $500  ·  3 above $500 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11521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589520" y="1408176"/>
            <a:ext cx="402336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89520" y="1517904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barely moves: 38%, 44%, 40%. Hold time stays near two days.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sale: $72 → $167 → $349.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costs the same search.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9520" y="3291840"/>
            <a:ext cx="4023360" cy="169164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54112" y="33832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research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54112" y="3657600"/>
            <a:ext cx="3703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AI-run arbitrage margins are “not sustainable when the scale… is significantly increased” (Tanlamai et al., 2024).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held across a 10x range: I buy in an inefficient market and sell in an efficient one.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230368"/>
            <a:ext cx="11064240" cy="749808"/>
          </a:xfrm>
          <a:prstGeom prst="rect">
            <a:avLst/>
          </a:prstGeom>
          <a:solidFill>
            <a:srgbClr val="FFFFFF"/>
          </a:solidFill>
          <a:ln w="22225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49808" y="523036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331720" y="5252575"/>
            <a:ext cx="929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are the ceiling, not cash. At a two-day hold I need money for one meter at a time so I should raise the price of the meter.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0807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that comes back in two days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154430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turnover falls as demand uncertainty rises (Hançerlioğulları et al., 2016), and margin usually costs speed.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pays me both. Highest margin, 29.5%. Fastest sale, 1.9 days.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 the price up, then buy under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4617720" cy="2286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4617720" cy="29260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3566160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did not work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4944" y="3950208"/>
            <a:ext cx="436168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guitar: $400 in, $60 out, and 30 days of held cash against a three-day average everywhere else. Never a loss, but rather just dollars that could not move. The same $400 in a Fluke pays about $167 and is back in two days.</a:t>
            </a:r>
            <a:endParaRPr lang="en-US" dirty="0"/>
          </a:p>
        </p:txBody>
      </p:sp>
      <p:pic>
        <p:nvPicPr>
          <p:cNvPr id="14" name="Image 0" descr="/mnt/user-data/outputs/c_capital_vs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465435"/>
            <a:ext cx="6458947" cy="40392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49983" y="5632703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cluster tight and return fast. The guitar sits alone: the most cash committed, near the least made.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286000"/>
            <a:ext cx="960120" cy="128016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2514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7203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Fluke case study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476488" y="2820053"/>
            <a:ext cx="914400" cy="914400"/>
          </a:xfrm>
          <a:prstGeom prst="chevron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41764" y="2820053"/>
            <a:ext cx="914400" cy="914400"/>
          </a:xfrm>
          <a:prstGeom prst="chevron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61320" y="2817223"/>
            <a:ext cx="914400" cy="914400"/>
          </a:xfrm>
          <a:prstGeom prst="chevron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203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sells trust. I resell it.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13866"/>
            <a:ext cx="5852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multimeter is safety equipment and Fluke is one of the best manufacturers. Fluke competes on trust and longevity, never on price, which is a deliberate strategy.
“Budget meters often fail within 2-5 years” (Revine, 2025). A Fluke runs fifteen to twenty-five, and “many electricians are still using Fluke meters from the 1990s” (SparkShift, 2026).
</a:t>
            </a:r>
            <a:r>
              <a:rPr lang="en-US" sz="1450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that refuses to wear out is why a ten-year-old unit sells for real money. Their strategy is my margin: used, a Fluke competes only with other Flukes.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114800"/>
            <a:ext cx="5852160" cy="169164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5852160" cy="29260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4114800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Monopoly?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4944" y="4498848"/>
            <a:ext cx="55961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is not a monopoly. Klein sells credible meters for less and many electricians carry both. Fluke owns the premium, industrial end that holds value.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29400" y="1234440"/>
            <a:ext cx="4983480" cy="457200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330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12280" y="1828800"/>
            <a:ext cx="4572000" cy="358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cannot test a used meter before it ships. The Fluke name does the testing.
So I buy from a seller who wants it gone, or doesn’t know its value, and sell to an electrician who needs it Monday.
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meter brand carries trust across a resale. That is the entire niche.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2549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not what limits me. I am 1% of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8598" y="1199584"/>
            <a:ext cx="3264293" cy="621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Anthidote: Fluke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4182" y="800100"/>
            <a:ext cx="158551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96154" y="818388"/>
            <a:ext cx="165080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sales sold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3" y="1857321"/>
            <a:ext cx="3264293" cy="233172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4182" y="1888236"/>
            <a:ext cx="158551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64575" y="1917954"/>
            <a:ext cx="165080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capital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4182" y="2898648"/>
            <a:ext cx="3264293" cy="233172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4182" y="3143250"/>
            <a:ext cx="158551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days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138285" y="3167253"/>
            <a:ext cx="165080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hold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4182" y="4082796"/>
            <a:ext cx="3264293" cy="233172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41648" y="1188720"/>
            <a:ext cx="0" cy="466344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83880" y="1188720"/>
            <a:ext cx="0" cy="466344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19956" y="144888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sold listings on eBay, five models I trade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24528" y="16276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1,389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4224528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sales across those five models</a:t>
            </a:r>
            <a:endParaRPr lang="en-US" sz="1200" dirty="0"/>
          </a:p>
        </p:txBody>
      </p:sp>
      <p:pic>
        <p:nvPicPr>
          <p:cNvPr id="25" name="Image 0" descr="/mnt/user-data/outputs/c_fluke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008" y="2940885"/>
            <a:ext cx="3749040" cy="173169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219956" y="4866241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all nineteen of my sales landed in that window, I am 1.4% of it.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333237" y="1384881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thoughts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8345978" y="1887665"/>
            <a:ext cx="3291840" cy="13258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334756" y="1887665"/>
            <a:ext cx="64008" cy="13258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522208" y="1980221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reports these as “recently ended”, not a fixed window. 1,389 is a floor on demand and 1.4% a ceiling on my share.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366760" y="3561588"/>
            <a:ext cx="329184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412480" y="3548961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are not my problem.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366760" y="4485131"/>
            <a:ext cx="3291840" cy="1021189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522208" y="4653153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sell ten times today's volume and still not press against this market.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0061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hours and size of the meters.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237707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6948" y="137421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it.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168935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1,389 recent sales. I am 1.4% of it. Returns hold at 40% to $1,000 a unit. Nothing here is close to full.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414015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948" y="26014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levers, not one.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9140" y="29077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hours at a $600 ticket: about $482 to about $1,253 a month. Hours alone $804, ticket alone $752.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9120" y="3570514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83568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it with $3,000.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1520" y="41650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meters a month at $600. At a two-day hold I never hold all five at once.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9120" y="4727013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hours starting now.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1520" y="53309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above rests on a find rate I have never measured.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1225296"/>
            <a:ext cx="4983480" cy="3840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 month, at a 41.8% return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45920"/>
          <a:ext cx="4983480" cy="14630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C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9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C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9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C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9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629400" y="331012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kills this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629400" y="3621024"/>
            <a:ext cx="4983480" cy="6400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3621024"/>
            <a:ext cx="64008" cy="6400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784848" y="372139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meter — condition risk scales with the ticket; the test rule matters more at $1,000.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29400" y="4352544"/>
            <a:ext cx="4983480" cy="6400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629400" y="4352544"/>
            <a:ext cx="64008" cy="6400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97040" y="45354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resellers finding the same gap on Marketplace.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629400" y="5084064"/>
            <a:ext cx="4983480" cy="6400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629400" y="5084064"/>
            <a:ext cx="64008" cy="6400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784848" y="5275653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time. Five hours is my ceiling during the summer, not the semester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Hançerlioğulları, Şen &amp; Ağca Aktunç (2016), IJPDLM  ·  Tanlamai, Khern-am-nuai &amp; Adulyasak (2024), AI &amp; Society  ·  Revine (2025)  ·  SparkShift (2026).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9D0A905C-CF87-60E4-75A4-E0C495ABD1D6}"/>
              </a:ext>
            </a:extLst>
          </p:cNvPr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EEA2B90-FF86-1E1D-3ADD-099FAC7C3018}"/>
              </a:ext>
            </a:extLst>
          </p:cNvPr>
          <p:cNvSpPr/>
          <p:nvPr/>
        </p:nvSpPr>
        <p:spPr>
          <a:xfrm>
            <a:off x="457200" y="260061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Overview</a:t>
            </a:r>
            <a:endParaRPr lang="en-US" sz="3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C6316-F268-D117-5D4C-E59BED9B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134399"/>
            <a:ext cx="11274551" cy="524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10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1173</Words>
  <Application>Microsoft Macintosh PowerPoint</Application>
  <PresentationFormat>Widescreen</PresentationFormat>
  <Paragraphs>154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Forcucci, Camillo</cp:lastModifiedBy>
  <cp:revision>12</cp:revision>
  <dcterms:created xsi:type="dcterms:W3CDTF">2026-07-15T21:49:26Z</dcterms:created>
  <dcterms:modified xsi:type="dcterms:W3CDTF">2026-07-15T22:40:40Z</dcterms:modified>
</cp:coreProperties>
</file>